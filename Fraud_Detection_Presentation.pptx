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Today I will present my Hybrid Fraud Detection system. In modern banking, scammers are getting smarter, keeping their transactions small to bypass traditional rules. My system solves this by combining the safety of a Rule Engine with the intelligence of an XGBoost Machine Learning model.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designing this project, I focused on solving three real-world MLOps problems: Analyst Alert Fatigue, Evasive Fraud that bypasses standard rules, and Training-Serving Skew, which happens when the math in the live API doesn't perfectly match the math used to train the model.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main objective was not just to build a Jupyter Notebook, but to build a production-ready system. This meant achieving sub-50-millisecond latency, generating legally compliant SHAP explanations, and building an automated retraining pipeline.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utilized a modern tech stack. The brain of the system is built on XGBoost and Pandas. The API runs on FastAPI for extreme speed. The database is PostgreSQL, and everything is containerized using Docker Compose for instant deployment.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the architecture. When a transaction hits the API, the system instantly queries PostgreSQL for 90 days of history. It engineers 21 behavioral features on the fly, and passes them into our Hybrid Engine.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Rule Engine acts as a hard safety net for obvious attacks. Meanwhile, the XGBoost model searches for subtle behavioral drift. We prune the model to 100 trees to ensure it predicts the probability in under 3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prevent model decay, I built an MLOps pipeline. It reads historical data, strictly splits it by time to prevent data leakage, trains a new XGBoost classifier, and hot-swaps the brain into the API.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I successfully built a system that bridges Data Science and Software Engineering. By utilizing XGBoost, I reduced false positives dramatically compared to linear models, and I ensured the system handles edge cases like Cold Starts gracefully without crashing.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future enhancements, I would evolve this into an Enterprise system by adding Apache Airflow. Airflow would extract human-reviewed fraud cases and push them back into the training data, creating a fully automated Closed-Loop Feedback System.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Enterprise-Grade Hybrid Fraud Detection System</a:t>
            </a:r>
          </a:p>
        </p:txBody>
      </p:sp>
      <p:sp>
        <p:nvSpPr>
          <p:cNvPr id="3" name="Subtitle 2"/>
          <p:cNvSpPr>
            <a:spLocks noGrp="1"/>
          </p:cNvSpPr>
          <p:nvPr>
            <p:ph type="subTitle" idx="1"/>
          </p:nvPr>
        </p:nvSpPr>
        <p:spPr/>
        <p:txBody>
          <a:bodyPr/>
          <a:lstStyle/>
          <a:p>
            <a:r>
              <a:t>A scalable ML &amp; Rule-Based Architecture with Continuous MLOps</a:t>
            </a:r>
          </a:p>
          <a:p/>
          <a:p>
            <a:r>
              <a:t>Name: [Your Name]</a:t>
            </a:r>
          </a:p>
          <a:p>
            <a:r>
              <a:t>Degree: B.Sc. Data Science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Introduction</a:t>
            </a:r>
          </a:p>
        </p:txBody>
      </p:sp>
      <p:sp>
        <p:nvSpPr>
          <p:cNvPr id="3" name="Content Placeholder 2"/>
          <p:cNvSpPr>
            <a:spLocks noGrp="1"/>
          </p:cNvSpPr>
          <p:nvPr>
            <p:ph idx="1"/>
          </p:nvPr>
        </p:nvSpPr>
        <p:spPr/>
        <p:txBody>
          <a:bodyPr/>
          <a:lstStyle/>
          <a:p>
            <a:r>
              <a:t>The Landscape: Financial fraud is rapidly evolving from obvious attacks to subtle micro-transactions.</a:t>
            </a:r>
          </a:p>
          <a:p>
            <a:pPr/>
            <a:r>
              <a:t>The Flaw of Rules: Static rule-based systems generate massive 'False Positives' and are easily bypassed.</a:t>
            </a:r>
          </a:p>
          <a:p>
            <a:pPr/>
            <a:r>
              <a:t>The Flaw of Pure AI: Pure ML systems are 'Black Boxes' that violate banking compliance due to lack of explainability.</a:t>
            </a:r>
          </a:p>
          <a:p>
            <a:pPr/>
            <a:r>
              <a:t>The Solution: A Hybrid Architecture combining deterministic logic rules with an XGBoost behavioral model.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Problem Statement</a:t>
            </a:r>
          </a:p>
        </p:txBody>
      </p:sp>
      <p:sp>
        <p:nvSpPr>
          <p:cNvPr id="3" name="Content Placeholder 2"/>
          <p:cNvSpPr>
            <a:spLocks noGrp="1"/>
          </p:cNvSpPr>
          <p:nvPr>
            <p:ph idx="1"/>
          </p:nvPr>
        </p:nvSpPr>
        <p:spPr/>
        <p:txBody>
          <a:bodyPr/>
          <a:lstStyle/>
          <a:p>
            <a:r>
              <a:t>Alert Fatigue: Legacy systems flag too much normal behavior, overwhelming human fraud analysts.</a:t>
            </a:r>
          </a:p>
          <a:p>
            <a:pPr/>
            <a:r>
              <a:t>Evasive Fraud: Scammers intentionally mimic normal transaction amounts (e.g., keeping swipes under limits).</a:t>
            </a:r>
          </a:p>
          <a:p>
            <a:pPr/>
            <a:r>
              <a:t>Training-Serving Skew: Offline models crash or perform poorly in live production because real-time APIs calculate math differently than historical databases.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Objective of the Project</a:t>
            </a:r>
          </a:p>
        </p:txBody>
      </p:sp>
      <p:sp>
        <p:nvSpPr>
          <p:cNvPr id="3" name="Content Placeholder 2"/>
          <p:cNvSpPr>
            <a:spLocks noGrp="1"/>
          </p:cNvSpPr>
          <p:nvPr>
            <p:ph idx="1"/>
          </p:nvPr>
        </p:nvSpPr>
        <p:spPr/>
        <p:txBody>
          <a:bodyPr/>
          <a:lstStyle/>
          <a:p>
            <a:r>
              <a:t>Ultra-Low Latency: Build a FastAPI inference endpoint capable of scoring live transactions in under 50 milliseconds.</a:t>
            </a:r>
          </a:p>
          <a:p>
            <a:pPr/>
            <a:r>
              <a:t>Behavioral Feature Engineering: Shift from analyzing static amounts to tracking human behavior (Z-Scores, Volatility).</a:t>
            </a:r>
          </a:p>
          <a:p>
            <a:pPr/>
            <a:r>
              <a:t>Explainable AI (XAI): Ensure regulatory compliance by generating human-readable narratives using SHAP Game Theory.</a:t>
            </a:r>
          </a:p>
          <a:p>
            <a:pPr/>
            <a:r>
              <a:t>Continuous MLOps: Engineer an automated training pipeline to prevent model decay over time.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Technology Stack</a:t>
            </a:r>
          </a:p>
        </p:txBody>
      </p:sp>
      <p:sp>
        <p:nvSpPr>
          <p:cNvPr id="3" name="Content Placeholder 2"/>
          <p:cNvSpPr>
            <a:spLocks noGrp="1"/>
          </p:cNvSpPr>
          <p:nvPr>
            <p:ph idx="1"/>
          </p:nvPr>
        </p:nvSpPr>
        <p:spPr/>
        <p:txBody>
          <a:bodyPr/>
          <a:lstStyle/>
          <a:p>
            <a:r>
              <a:t>Data Science &amp; AI: Python, Pandas, NumPy, XGBoost, Scikit-Learn, SHAP</a:t>
            </a:r>
          </a:p>
          <a:p>
            <a:pPr/>
            <a:r>
              <a:t>Backend API: FastAPI, Uvicorn</a:t>
            </a:r>
          </a:p>
          <a:p>
            <a:pPr/>
            <a:r>
              <a:t>Database &amp; ORM: PostgreSQL, SQLAlchemy</a:t>
            </a:r>
          </a:p>
          <a:p>
            <a:pPr/>
            <a:r>
              <a:t>Frontend / UI: Streamlit</a:t>
            </a:r>
          </a:p>
          <a:p>
            <a:pPr/>
            <a:r>
              <a:t>DevOps &amp; Orchestration: Docker, Docker Compose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Architecture (Part 1: The Data Flow)</a:t>
            </a:r>
          </a:p>
        </p:txBody>
      </p:sp>
      <p:sp>
        <p:nvSpPr>
          <p:cNvPr id="3" name="Content Placeholder 2"/>
          <p:cNvSpPr>
            <a:spLocks noGrp="1"/>
          </p:cNvSpPr>
          <p:nvPr>
            <p:ph idx="1"/>
          </p:nvPr>
        </p:nvSpPr>
        <p:spPr/>
        <p:txBody>
          <a:bodyPr/>
          <a:lstStyle/>
          <a:p>
            <a:r>
              <a:t>The Request: Client sends a JSON payload to the /score REST API.</a:t>
            </a:r>
          </a:p>
          <a:p>
            <a:pPr/>
            <a:r>
              <a:t>Database Retrieval: The API executes an optimized UNION ALL query to fetch 90 days of history across legacy and live tables.</a:t>
            </a:r>
          </a:p>
          <a:p>
            <a:pPr/>
            <a:r>
              <a:t>Live Feature Engine: Python calculates 21 rolling behavioral features on the fly in under 5 milliseconds.</a:t>
            </a:r>
          </a:p>
          <a:p>
            <a:pPr/>
            <a:r>
              <a:t>The Hybrid Split: Features are passed simultaneously to the JSON Logic Rule Engine and the XGBoost Model.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Architecture (Part 2: The Hybrid Decision)</a:t>
            </a:r>
          </a:p>
        </p:txBody>
      </p:sp>
      <p:sp>
        <p:nvSpPr>
          <p:cNvPr id="3" name="Content Placeholder 2"/>
          <p:cNvSpPr>
            <a:spLocks noGrp="1"/>
          </p:cNvSpPr>
          <p:nvPr>
            <p:ph idx="1"/>
          </p:nvPr>
        </p:nvSpPr>
        <p:spPr/>
        <p:txBody>
          <a:bodyPr/>
          <a:lstStyle/>
          <a:p>
            <a:r>
              <a:t>The Rule Engine: Acts as a hard safety net for extreme outliers (e.g., International VPN + High Value).</a:t>
            </a:r>
          </a:p>
          <a:p>
            <a:pPr/>
            <a:r>
              <a:t>The XGBoost Model: 100 decision trees optimized for latency. Catches subtle behavioral drift.</a:t>
            </a:r>
          </a:p>
          <a:p>
            <a:pPr/>
            <a:r>
              <a:t>The Unifier: Unifies both scores.</a:t>
            </a:r>
          </a:p>
          <a:p>
            <a:pPr lvl="1"/>
            <a:r>
              <a:t>    • Score &gt;= 0.70 -&gt; BLOCK</a:t>
            </a:r>
          </a:p>
          <a:p>
            <a:pPr lvl="1"/>
            <a:r>
              <a:t>    • Score &gt;= 0.20 -&gt; REVIEW (Sent to Case Management UI)</a:t>
            </a:r>
          </a:p>
          <a:p>
            <a:pPr lvl="1"/>
            <a:r>
              <a:t>    • Else -&gt; ALLOW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Architecture (Part 3: Continuous Training Pipeline)</a:t>
            </a:r>
          </a:p>
        </p:txBody>
      </p:sp>
      <p:sp>
        <p:nvSpPr>
          <p:cNvPr id="3" name="Content Placeholder 2"/>
          <p:cNvSpPr>
            <a:spLocks noGrp="1"/>
          </p:cNvSpPr>
          <p:nvPr>
            <p:ph idx="1"/>
          </p:nvPr>
        </p:nvSpPr>
        <p:spPr/>
        <p:txBody>
          <a:bodyPr/>
          <a:lstStyle/>
          <a:p>
            <a:r>
              <a:t>Eradicating Skew: The training script calculates Z-scores using the exact same Pandas logic as the live API.</a:t>
            </a:r>
          </a:p>
          <a:p>
            <a:pPr/>
            <a:r>
              <a:t>Temporal Train/Test Split: Data is strictly sorted by date to guarantee no data leakage from the future.</a:t>
            </a:r>
          </a:p>
          <a:p>
            <a:pPr/>
            <a:r>
              <a:t>Hot-Swapping: Once trained, the script saves a new .pkl artifact, and the FastAPI server instantly reloads the new 'brain' into RAM.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 Conclusion</a:t>
            </a:r>
          </a:p>
        </p:txBody>
      </p:sp>
      <p:sp>
        <p:nvSpPr>
          <p:cNvPr id="3" name="Content Placeholder 2"/>
          <p:cNvSpPr>
            <a:spLocks noGrp="1"/>
          </p:cNvSpPr>
          <p:nvPr>
            <p:ph idx="1"/>
          </p:nvPr>
        </p:nvSpPr>
        <p:spPr/>
        <p:txBody>
          <a:bodyPr/>
          <a:lstStyle/>
          <a:p>
            <a:r>
              <a:t>Superior Precision: Upgrading from Logistic Regression to XGBoost boosted Precision from 24% to 84%, eliminating False Positives.</a:t>
            </a:r>
          </a:p>
          <a:p>
            <a:pPr/>
            <a:r>
              <a:t>Robust Evaluation: Achieved perfect ROC-AUC on the unseen temporal test set.</a:t>
            </a:r>
          </a:p>
          <a:p>
            <a:pPr/>
            <a:r>
              <a:t>Reliability: The API successfully falls back to safe defaults during 'Cold Starts', preventing server crashes.</a:t>
            </a:r>
          </a:p>
          <a:p>
            <a:pPr/>
            <a:r>
              <a:t>Fully Containerized: The entire Hybrid system runs flawlessly inside isolated Docker containers.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 Future Work (Production Roadmap)</a:t>
            </a:r>
          </a:p>
        </p:txBody>
      </p:sp>
      <p:sp>
        <p:nvSpPr>
          <p:cNvPr id="3" name="Content Placeholder 2"/>
          <p:cNvSpPr>
            <a:spLocks noGrp="1"/>
          </p:cNvSpPr>
          <p:nvPr>
            <p:ph idx="1"/>
          </p:nvPr>
        </p:nvSpPr>
        <p:spPr/>
        <p:txBody>
          <a:bodyPr/>
          <a:lstStyle/>
          <a:p>
            <a:r>
              <a:t>Automated ETL Pipeline (Airflow): Build a cron job to automatically extract human-verified alerts from transaction_scores and insert them into the historical transactions table (Closed-Loop Feedback).</a:t>
            </a:r>
          </a:p>
          <a:p>
            <a:pPr/>
            <a:r>
              <a:t>MLflow Integration: Add MLflow to track model versioning and detect model drift over time.</a:t>
            </a:r>
          </a:p>
          <a:p>
            <a:pPr/>
            <a:r>
              <a:t>Asynchronous Message Queues: Upgrade the synchronous API verification system to an event-driven architecture using Kafka or RabbitMQ.</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